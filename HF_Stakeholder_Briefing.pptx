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1600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Failure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1554480" y="2240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Support System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mortality risk before it becomes irreversible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Hospital Risk Teams  |  Clinicians  |  Insurance Assessors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Failure Kills Silently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 patients deteriorate gradually — declining lab values, worsening kidney function, dropping ejection fraction. By the time a patient crashes, the warning signs were present weeks earlier. Most hospitals only react after the crisis.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98080" y="109728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0" y="11430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778240" y="11887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heart failure patients in our dataset died during follow-up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498080" y="210312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0" y="21488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778240" y="21945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rate for patients aged 75 and above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98080" y="310896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80960" y="3154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778240" y="32004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rate among patients with critically low ejection fraction AND elevated creatinine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goal: flag high-risk patients before the crisis — not after.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System. Three Decision Makers.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3474720"/>
          </a:xfrm>
          <a:prstGeom prst="roundRect">
            <a:avLst>
              <a:gd name="adj" fmla="val 2105"/>
            </a:avLst>
          </a:prstGeom>
          <a:solidFill>
            <a:srgbClr val="13355A"/>
          </a:solidFill>
          <a:ln/>
        </p:spPr>
      </p:sp>
      <p:sp>
        <p:nvSpPr>
          <p:cNvPr id="4" name="Shape 2"/>
          <p:cNvSpPr/>
          <p:nvPr/>
        </p:nvSpPr>
        <p:spPr>
          <a:xfrm>
            <a:off x="1897380" y="16459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6060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Risk Team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30632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patients need escalation before discharge?"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37947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risk list updated in real time. Act before the patient deteriorates.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1371600"/>
            <a:ext cx="3520440" cy="3474720"/>
          </a:xfrm>
          <a:prstGeom prst="roundRect">
            <a:avLst>
              <a:gd name="adj" fmla="val 2105"/>
            </a:avLst>
          </a:prstGeom>
          <a:solidFill>
            <a:srgbClr val="13355A"/>
          </a:solidFill>
          <a:ln/>
        </p:spPr>
      </p:sp>
      <p:sp>
        <p:nvSpPr>
          <p:cNvPr id="10" name="Shape 7"/>
          <p:cNvSpPr/>
          <p:nvPr/>
        </p:nvSpPr>
        <p:spPr>
          <a:xfrm>
            <a:off x="5646420" y="16459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828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26060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Clinician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480560" y="30632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driving this patient's risk score?"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480560" y="37947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flags explain every prediction — ejection fraction, creatinine, sodium, age.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46720" y="1371600"/>
            <a:ext cx="3520440" cy="3474720"/>
          </a:xfrm>
          <a:prstGeom prst="roundRect">
            <a:avLst>
              <a:gd name="adj" fmla="val 2105"/>
            </a:avLst>
          </a:prstGeom>
          <a:solidFill>
            <a:srgbClr val="13355A"/>
          </a:solidFill>
          <a:ln/>
        </p:spPr>
      </p:sp>
      <p:sp>
        <p:nvSpPr>
          <p:cNvPr id="16" name="Shape 12"/>
          <p:cNvSpPr/>
          <p:nvPr/>
        </p:nvSpPr>
        <p:spPr>
          <a:xfrm>
            <a:off x="9395460" y="16459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340" y="18288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83880" y="26060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Assessor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229600" y="30632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this patient's mortality risk profile?"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229600" y="37947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score with full audit trail. Every prediction logged with timestamp.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Reveals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clinical findings that directly shaped the model and the triage protocol: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Ejection fraction and creatinine are the two strongest predictors of death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0584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 averaged 40.3% EF vs 33.5% for non-survivors. Creatinine averaged 1.18 vs 1.84. Both markers are routinely measured — they just weren't being used for triage.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231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Asymptomatic patients carry the highest heart disease risk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0584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patients with no chest pain symptoms had an 82.9% heart disease rate — the highest of any group. The absence of symptoms is itself the warning sign.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918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3200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75+ represents a clinical cliff edge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005840" y="3566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rate jumps from 25-34% in younger groups to 61% for patients 75 and above. Age-stratified protocols are clinically justified.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6052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4069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organ failure is multiplicatively dangerous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1005840" y="4434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both low ejection fraction (&lt;30%) AND high creatinine (&gt;1.5) had a 72.7% death rate — compared to 11.4% for low-risk patients. A simple rule, a dramatic difference.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Reliable Are the Predictions?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were trained and compared. The winner was selected on clinical grounds — not just statistical accuracy.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SELECTED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Detection 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0.882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deaths: 2 of 19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7F9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34840" y="19659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34840" y="246888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84.2%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434840" y="30632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Detection 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34840" y="34290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0.900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37490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deaths: 3 of 19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6459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7F9FA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83880" y="19659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83880" y="246888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68.4%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183880" y="30632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Detection Rate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83880" y="34290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0.858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83880" y="37490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deaths: 6 of 19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 set at 0.3 (not 0.5) — deliberately conservative to minimize missed deaths.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Clinician Actually Sees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patient's lab values. Receive a full clinical brief — instantly.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029200" cy="3474720"/>
          </a:xfrm>
          <a:prstGeom prst="roundRect">
            <a:avLst>
              <a:gd name="adj" fmla="val 2105"/>
            </a:avLst>
          </a:prstGeom>
          <a:solidFill>
            <a:srgbClr val="1335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Age: 65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Ejection Fraction: 20%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Serum Creatinine: 1.9 mg/dL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Serum Sodium: 130 mEq/L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Follow-up: 30 days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Anaemia: Yes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Blood Pressure: Yes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5486400" cy="3474720"/>
          </a:xfrm>
          <a:prstGeom prst="roundRect">
            <a:avLst>
              <a:gd name="adj" fmla="val 2105"/>
            </a:avLst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RISK — 96.9%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2103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CRITICAL: Ejection fraction severely reduced (&lt;30%)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2514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WARNING: Elevated creatinine — kidney stress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2926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WARNING: Low sodium — fluid imbalance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3337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NOTE: Anaemia + hypertension present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384048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 REQUIRED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senior clinician. Consider admission.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Stay Accurate Over Time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populations shift. Treatment protocols change. This system monitors itself.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0574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772" y="22219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patient data arrives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127248" y="2834640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Shape 6"/>
          <p:cNvSpPr/>
          <p:nvPr/>
        </p:nvSpPr>
        <p:spPr>
          <a:xfrm>
            <a:off x="3264408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55948" y="20574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22219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7288" y="2926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compares it to the original baseline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843016" y="2834640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Shape 10"/>
          <p:cNvSpPr/>
          <p:nvPr/>
        </p:nvSpPr>
        <p:spPr>
          <a:xfrm>
            <a:off x="5980176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71716" y="20574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308" y="22219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63056" y="2926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detected — retraining triggered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558784" y="2834640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Shape 14"/>
          <p:cNvSpPr/>
          <p:nvPr/>
        </p:nvSpPr>
        <p:spPr>
          <a:xfrm>
            <a:off x="8695944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87484" y="20574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2076" y="222199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78824" y="2926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updated, accuracy preserved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datasets monitored independently — clinical records and diagnostic records.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logged to the database with timestamp for full clinical audit trail.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8016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live hospital EHR system for real-time patient scoring at admission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1671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risk scores into nursing dashboard so care teams see flags automatically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87121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71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82549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heart disease detection model (v2.0) for pre-diagnosis screening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529584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29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48386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cloud infrastructure for multi-site hospital access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18795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14223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escalation protocol — what exact actions follow each risk level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a specific clinical use case in mind? Let's talk.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Failure Clinical Decision Support System</dc:title>
  <dc:subject>PptxGenJS Presentation</dc:subject>
  <dc:creator>PptxGenJS</dc:creator>
  <cp:lastModifiedBy>PptxGenJS</cp:lastModifiedBy>
  <cp:revision>1</cp:revision>
  <dcterms:created xsi:type="dcterms:W3CDTF">2026-07-02T02:06:56Z</dcterms:created>
  <dcterms:modified xsi:type="dcterms:W3CDTF">2026-07-02T02:06:57Z</dcterms:modified>
</cp:coreProperties>
</file>